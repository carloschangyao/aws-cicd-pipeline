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93B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E293B"/>
                </a:solidFill>
                <a:latin typeface="Arial"/>
              </a:rPr>
              <a:t>人工步驟數：18 → 1（減少 94%）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人工步驟數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關 0 手動</c:v>
                  </c:pt>
                  <c:pt idx="1">
                    <c:v>關 1 容器化</c:v>
                  </c:pt>
                  <c:pt idx="2">
                    <c:v>關 2 自動建置</c:v>
                  </c:pt>
                  <c:pt idx="3">
                    <c:v>關 3 自動部署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7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93B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E293B"/>
                </a:solidFill>
                <a:latin typeface="Arial"/>
              </a:rPr>
              <a:t>端到端耗時：960 秒 → 80 秒（減少 92%）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端到端耗時（秒）</c:v>
                </c:pt>
              </c:strCache>
            </c:strRef>
          </c:tx>
          <c:spPr>
            <a:solidFill>
              <a:srgbClr val="22C55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關 0 手動</c:v>
                  </c:pt>
                  <c:pt idx="1">
                    <c:v>關 1 容器化</c:v>
                  </c:pt>
                  <c:pt idx="2">
                    <c:v>關 2 自動建置</c:v>
                  </c:pt>
                  <c:pt idx="3">
                    <c:v>關 3 自動部署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960</c:v>
                </c:pt>
                <c:pt idx="1">
                  <c:v>37</c:v>
                </c:pt>
                <c:pt idx="2">
                  <c:v>56</c:v>
                </c:pt>
                <c:pt idx="3">
                  <c:v>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各位老師、各位同學好，我是張博堯。
我這次做的是 P3「CI/CD 演化闖關」，Tier 3。
一句話說明我做了什麼：我把「工程師改一行程式碼、到這行程式碼真的上線」這整件事，從原本需要 18 個步驟、花 16 分鐘的人工作業，改造成只要 1 個步驟、80 秒就完成的全自動流程。
而且這不是我用講的——後面每一關我都留下了實際量測的數字。
接下來大概 12 分鐘，我會帶大家走過這個演化過程，最後會現場 Demo 給大家看。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先講清楚這個專題的命題是什麼。
它不是「我學會了 GitHub Actions」，也不是「我會用 Docker」。它在回答一個很具體的問題：工程師改了一行程式碼，這行程式碼要怎麼變成線上正在跑的網站？
這個問題聽起來很簡單，但它有六種不同層次的答案。從最原始的「自己登入伺服器手動複製檔案」，一路到「完全自動、而且換版時使用者完全不會斷線」。
我這次的做法是：六種我全部做過一遍，而且每一種我都記錄了四個數字——需要幾個步驟、花多少時間、失敗幾次、事後查不查得到線上跑的是哪一版。
所以等一下我講的每一個改善幅度，背後都有實際量測的數字，不是我估的。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這是整個專題的地圖。
六個關卡，我做到關 4，關 5 評估後決定不做——這個決定的理由我後面會說明。
我想強調的是這張圖右邊那句話：關卡與關卡之間，不是「我又學了一個新工具」，而是「我解決了上一關記錄下來的一個具體問題」。
舉例來說。關 0 我手動部署的時候，程式碼是用貼的貼進伺服器，貼壞了兩次。這個痛點我記錄下來了。所以關 1 我做容器化，用 docker pull 傳輸，這個問題就消失了。
再例如，關 1 做完之後，映像檔還是要我自己打指令建置、自己推上去。這個痛點也記錄下來了。所以關 2 我做自動建置。
這樣一關一關推進，每一關都有明確要解決的東西。這也是為什麼關 0 那份「手動部署有多痛」的紀錄非做不可——沒有它，後面四關就只是四個工具，沒有故事。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關 0 是手動部署。
這一關我要特別說明一下，因為它跟大家想的可能不一樣：這一關的目標「不是」部署成功。手動部署本來就一定會成功，只是花時間而已。
這一關真正的產出，是右邊這四個數字：18 個步驟、16 分鐘、失敗 2 次、版本完全無法追溯。
這四個數字是整個專題的基準線。後面每一關的價值，都是靠跟這四個數字對照才顯現出來的。
時間是怎麼算的？我不是用回憶估的，是用截圖檔案的時間戳回推——連線成功那張是 11 點 40 分 12 秒，驗證成功那張是 11 點 56 分 15 秒，中間 16 分鐘。
左下角這兩個失敗也值得一提。第一個是 sudo -i 之後用 &amp;&amp; 串指令不會執行，第二個是 Session Manager 一次貼 58 行程式碼會掉字。這兩個都是真實踩到的坑，我把錯誤訊息和根本原因都記錄下來了。
右下角是我記錄的七個痛點，我挑三個唸：版本號是我人工填的、完全不知道線上跑的是哪一版、每改一行程式碼這 18 步要重來一次。
這七個痛點，就是後面四關要一個一個解決的東西。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關 1 是容器化。
左邊是關 0 的做法，右邊是關 1 的做法，我用同樣四個面向對照。
程式碼傳輸：以前是用貼的，會貼壞；現在是 docker pull，完整傳輸不會壞。
執行環境：以前目標機器要先裝 Python、要自己建虛擬環境、自己裝套件；現在這些全部封裝在映像檔裡面。
換機器：以前全部重來；現在同一個映像檔丟到哪台機器，行為都一模一樣。
這裡我想多解釋一個觀念，叫「不可變基礎設施」。映像檔一旦建好就不再修改，要改就重新建一個新的。所以線上跑的東西永遠是確定的，不會有「這台機器上次有人手動改過什麼」這種問題。
下面的數字：步驟從 18 降到 7，時間從 16 分鐘降到 37 秒，傳輸失敗歸零。
最右邊那格特別重要。關 0 的時候，版本這一格我只能填「none-manual-deploy」，因為手動部署根本不知道自己在部署哪一版。關 1 開始，我把 git commit 的編號烤進映像檔裡，所以線上跑的是哪一版，第一次變成查得到的事情。
不過關 1 還有沒解決的問題：建置跟推送還是我自己打指令，版本號也還是我自己決定的。這兩件事留給關 2。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關 2 是自動建置。
上面這四格是流水線的流程。第一步 git push 是我唯一要做的動作，後面三步全部是機器自己做。
第二步我想特別提。測試被我獨立成一個關卡，而且設定成「測試沒過，後面的建置和部署完全不會執行」。
這件事在技術上叫 CI，但如果用金融業的語言來說，這叫「自動化的內控關卡」。以前的變更管理是靠人簽核、靠人記得檢查；現在是機器強制執行，繞不過去。這對稽核來說比一疊簽核單有力得多。
第三步的版本號，現在是機器用 commit 編號跟流水線執行次數自動產生的。關 0 的時候那個版本號是我自己隨手打的，我可以打錯、可以忘記改。現在我連想填錯都沒機會。
下面這一塊是關 2 最重要的設計，我要多花點時間講。
一般人的做法是：去 AWS 開一組 access key，存進 GitHub 的 Secrets。但這等於把你 AWS 帳號的鑰匙，永久交給第三方平台保管。
我用的是 OIDC。運作方式是：GitHub 在每次執行流水線的時候，幫這次執行簽發一張身分證明，這張證明只有幾分鐘有效。拿這張證明去跟 AWS 說「我是這個 repo 的 main 分支」，AWS 驗證通過之後，才發給一組一小時後就失效的臨時憑證。
結果是：GitHub 那邊沒有金鑰，AWS 這邊也沒有金鑰。整條流水線裡找不到任何一組長期密碼。
這一關的設定我卡了很久，後面有一頁專門講那個過程。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關 3 是這個專題的主軸，做到這裡 Tier 3 就成立了。
左上角是我實際做的驗證。我在 app.py 裡加了一行程式碼，git push 出去，然後什麼都不做，就在旁邊等。
14 點 22 分 49 秒 push，14 點 24 分 09 秒線上版本自己變了。總共 80 秒。中間我沒有登入任何機器、沒有下任何指令。
右上角這個我覺得是關 3 最漂亮的地方。線上網頁顯示的 Git Commit 是 dc4758f，我本機 git log 最新一筆也是 dc4758f。這兩個對得起來。
回到關 0 那一格「none-manual-deploy」——從那個什麼都查不到的狀態，到現在線上跑的是哪一版是百分之百確定的事。這中間的差距，就是「可追溯性」。
下面這塊講部署方式。
我沒有用 SSH。EC2 完全不開 22 port，連主機裡面的 sshd 服務我都停掉了。
為什麼可以不開 port？因為 SSM 的運作方式是反過來的——不是我從外面連進去，是主機上的代理程式主動打電話出來問「有沒有我的工作」。所以完全不需要任何對外開放的連接埠。
這對資安稽核的意義是：如果被問「誰有權限登入生產主機」，我的答案是「沒有人能 SSH，因為根本沒有這個服務」。而且每一次操作都綁定到具體身分，全部記錄在 CloudTrail。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關 4 是我最後做的一關，解決的是關 3 剩下的最後一個問題。
左上角：關 3 的部署動作是先 docker rm 殺掉舊容器，再 docker run 啟動新的。中間那幾秒，那台機器上是完全沒有服務的。這在單機上無法避免，因為只有一個容器，殺掉就沒了。
在金融業，這對應到「上線需要停機窗口」——必須排在收盤後或週末，還要動員人力待命。
右上角是關 4 的解法。我把部署目標換成 ECS Fargate，設定成滾動更新：先啟動新任務，等它通過負載平衡器的健康檢查，才逐一終止舊任務。全程至少維持原有數量的健康任務。
中間這三個數字是這一關唯一要證明的事，也是我覺得整個專題最硬的證據。
我在部署的同時，開了一支程式每 0.5 秒打一次網站，持續四分鐘。結果是 300 次請求、300 次成功、0 次失敗，可用率百分之百。
最下面這行是換版瞬間的明細，我覺得很有意思。
26 秒的時候是舊版，27 秒變新版，28 秒又回到舊版，31 秒又是新版……新舊版本交錯出現了大概 15 秒。
這個交錯就是滾動更新的指紋。它證明系統不是「先殺再起」，而是新舊任務同時活著、流量逐步轉移。而在這 15 秒裡面，沒有任何一個使用者的請求失敗。
對照關 3：那幾秒是真的斷線。對照關 4：使用者完全無感。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這一頁是整個專題的結論。
左邊這張圖是人工步驟數。關 0 是 18 步，關 1 降到 7 步，關 2 之後就只剩 1 步，就是 git push。減少 94%。
右邊是端到端耗時。關 0 是 960 秒，也就是 16 分鐘。關 3 是 80 秒。減少 92%。
這裡我想誠實說明一件事：關 1 的 37 秒看起來比關 3 的 80 秒快，但那不是退步。關 1 的 37 秒是「機器執行的時間」，人還要自己去打指令、自己去部署。關 3 的 80 秒是「從我按下 push，到使用者看得到新版」的完整時間，中間完全沒有人。
下面這五欄是不能用圖表呈現、但同樣重要的改善。
人工介入：從每次都要，變成零。
失敗次數：從 2 次變成 0 次。
測試關卡：從沒有，變成機器自動阻擋。
版本可追溯：從查不到，變成精確對應到某一次 commit。
換版中斷：從有，變成沒有。
我想強調最後三欄。前面兩欄是「快多少」，後面三欄是「安不安全、查不查得到、會不會影響使用者」——在金融業，後面三欄其實比前面兩欄重要。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這一頁講安全設計，我認為是這個專題最值得說明的部分。
上面這個表是整條流水線的四個環節。每一個環節我都列出它怎麼認證、憑證活多久。
四個環節，沒有任何一個存放長期金鑰。全部都是「用身分換取短期憑證，用完即失效」。
最長的也只有 12 小時。就算某段日誌不小心外洩，隔天就沒用了。
下面四點是其他措施，我挑兩個講。
第二點的漏洞掃描。我把 ECR 設定成推送時自動掃描，結果實際掃出 4 個嚴重、8 個高風險漏洞——來源是基礎映像檔裡的作業系統套件，不是我寫的程式。
這件事的意義是：你不會知道自己用的基底有什麼問題，除非有人幫你掃。2021 年 Log4j 事件的時候，很多金融機構最痛苦的問題就是「我們到底哪些系統用了它」，查了好幾天。這就是軟體供應鏈安全。
第四點我想解釋一下。很多人以為「資料庫連不到外網」是靠防火牆擋的。其實不是。防火牆是門鎖，管的是誰可以進來；路由表是有沒有路，沒有路根本走不出去。
我的私有子網路由表裡只有一條本地路由，沒有任何對外通道。這叫從根本上斷絕，比靠防火牆規則可靠得多。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這一頁我想花點時間講，因為它是這個專題我學到最多的地方。
關 2 設定 OIDC 的時候，我卡了六次執行才成功。錯誤訊息從頭到尾都是上面這一句：「未被授權執行這個動作」。
這句話的問題是——它只說「不被允許」，完全不說是哪一個條件不符。資訊量幾乎是零。
中間這六行是我的完整過程，我沒有美化。
第一次失敗。第二次我推測是 AWS 的設定傳播需要時間，重跑一次——錯了。第四次我推測是憑證指紋過期，我還特地去抓了 GitHub 目前真正的憑證來更新——也錯了。第五次我推測是大小寫不符——還是錯了。
三次推測，全部都錯，總共花了大概 10 分鐘。
轉折在第三次。我在流水線裡加了一個除錯步驟，把 GitHub 實際送出的身分內容整個印出來。當時那次還是失敗，但我拿到了關鍵資料。
第六次，我讀了那個輸出，答案三秒鐘就出現了。
真正的原因是：GitHub 已經改用一種新的格式，在身分內容裡面嵌入了帳號跟 repo 的數字編號。而我照著網路教學設定的是舊格式。兩邊格式根本不一樣，當然對不上。
我想講的重點不是這個技術細節，而是這件事給我的啟示：
當錯誤訊息的資訊量不足的時候，唯一有效的方法是把雙方實際的值印出來直接比對，而不是憑經驗猜測。
三次推測 10 分鐘，一次量測 3 秒。這個對比我印象很深。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關 5 我沒有做，我想說明我是怎麼決定的。
左邊是關 5 需要做的事：另外開一個 Google Cloud 帳號並綁信用卡、設定 GCP 版的身分聯邦、學 Cloud Run 的部署模型、然後維護第二套流水線。
右邊是我的評估：大概要投入 5 到 8 小時，但這個題目的 Tier 認定不會因此提升，還是 3。
同樣的 5 到 8 小時，我拿去做關 4 的滾動更新，加上把文件寫完整——我判斷這樣對專題品質的貢獻明顯更高。
事實證明這個判斷是對的：關 4 那個「300 次請求零失敗」的數據，是整份報告最有力的證據之一。如果我拿那些時間去做跨雲，我會多一個關卡，但少一個能拿出來講的成果。
下面這句話是我想強調的：「評估過、有理由地決定不做」跟「沒做完」，是完全不同的兩件事。
架構設計的工作不只是把東西做出來，也包含判斷什麼不該做。我在文件裡把這個評估過程完整寫下來了，包括投入估計、Tier 影響、替代方案的比較。
我覺得這比硬把六關做滿，更接近實務上的工作方式。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最後一個部分，我想講這套流程實際上解決什麼問題。
我目前在金融業擔任商業分析的工作，所以我會特別從這個角度看。
在金融業，「系統上線」從來不是純技術問題，它是風險與法遵問題。
一般科技公司上線出錯，使用者抱怨一下，修一修就好。券商上線出錯，客戶下不了單、可能上新聞、可能被主管機關盯上。
所以金融業對上線的態度是「寧可慢，不可錯」。於是流程變成：排上線窗口、收盤後或週末做、IT 跟業務一起待命、人工執行、出事人工回滾。
但這套「安全」的做法，本身製造了幾個風險。這張表把它們一條一條對應到內控術語。
第一條，18 個步驟仰賴人不出錯——這叫作業風險。自動化之後人只做 1 步。
第二條，不知道線上跑哪一版——這叫稽核軌跡。內稽如果問「六月十五號那天線上是哪一版」，手動部署答不出來。
第三條，出錯復原耗時——這叫營運持續，也就是 BCP。現在指定舊版本重新部署就好。
第四條，上線需人工登入主機——這叫存取控制。資安稽核如果問「誰能登入生產主機」，我的答案是沒有人能 SSH。
第五條，沒有審批紀錄——這叫變更管理。現在測試不過流水線就中止，機器強制執行，繞不過去。
第六條，換版需停機窗口——關 4 解決了。
最下面這行：金管會已經鬆綁金融業上雲的委外規範，這類需求在券商只會愈來愈多。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接下來我現場示範一次。
流程是這樣：我會先打開網頁，請大家記一下現在的版本號。然後我在編輯器裡改一行程式碼，git push 出去。
push 完之後，我就不會再碰任何東西了。我們一起看 GitHub Actions 的畫面，會看到四個階段依序變綠：測試、建置、部署到 EC2、部署到 ECS。
大概 80 秒之後，我回到網頁重新整理，版本號就會自己變成新的。
最後我會把網頁上顯示的 commit 編號，跟我本機的 git log 對照給大家看，兩邊會完全一致。
如果時間夠，我還可以示範另外兩件事：
第一，故意把測試改壞，讓大家看到流水線紅燈中止、完全不會部署。
第二，指定一個舊版本的編號重新部署，示範回滾。
（實際操作時的提醒：先確認 EC2 是開機狀態；先把要改的那一行準備好；網頁記得先開好兩個分頁，一個 EC2 的、一個 ECS 的。）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最後做個總結。
我覺得這個專題真正的產出，不是我做完了四個關卡，而是兩份紀錄。
第一份是關 0 的基準線：18 步、16 分鐘、2 次失敗、版本完全無法追溯。
如果沒有這四個數字，我後面做的四關就只是四個工具——「我學會了 Docker」、「我學會了 GitHub Actions」。有了這四個數字，它們才變成「我解決了四個具體的問題，而且改善幅度是可以量化的」。
第二份是關 2 那六次失敗的除錯歷程。三次推測全錯、一次量測命中。
我特別把這段完整寫進報告，包括我猜錯的那三次。因為我覺得它證明的不是我會用工具——照著教學抄也會用工具——而是我會在沒有現成答案的時候，找出問題在哪裡。
這兩件事是我這次最大的收穫。
以上是我的報告，謝謝大家。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" y="1417320"/>
            <a:ext cx="10149840" cy="4023360"/>
          </a:xfrm>
          <a:prstGeom prst="roundRect">
            <a:avLst>
              <a:gd name="adj" fmla="val 227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554480" y="18288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NKC202 期末專題 · 題目 P3（Tier 3）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554480" y="224028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CI/CD 演化闖關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1554480" y="320040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把「改一行程式碼到上線」從 18 個步驟、16 分鐘的人工作業，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變成 1 個步驟、80 秒的全自動流程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554480" y="44805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張博堯　|　2026 年 9 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54480" y="48463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github.com/CarlosChangYao/aws-cicd-pipeline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05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這個專題在回答一個問題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1691640"/>
            <a:ext cx="10515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工程師改了一行程式碼。</a:t>
            </a:r>
            <a:endParaRPr lang="en-US" sz="4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這行程式碼要怎麼變成</a:t>
            </a:r>
            <a:endParaRPr lang="en-US" sz="4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線上正在跑的網站？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4434840"/>
            <a:ext cx="10515600" cy="1417320"/>
          </a:xfrm>
          <a:prstGeom prst="roundRect">
            <a:avLst>
              <a:gd name="adj" fmla="val 516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0" y="466344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這個問題有六種答案，一種比一種好。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88720" y="5120640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本專題把六種都做過一遍，並記錄每一種的步驟數、耗時、失敗次數、是否可追溯——用數字證明自動化的價值，而不是宣稱。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專題全貌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六關演進：每一關解決前一關的一個問題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737360" cy="2286000"/>
          </a:xfrm>
          <a:prstGeom prst="round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1920240"/>
            <a:ext cx="731520" cy="384048"/>
          </a:xfrm>
          <a:prstGeom prst="roundRect">
            <a:avLst>
              <a:gd name="adj" fmla="val 14286"/>
            </a:avLst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94767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21792" y="2450592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手動部署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3017520"/>
            <a:ext cx="15910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體會痛點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建立基準線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267712" y="26974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450592" y="1737360"/>
            <a:ext cx="1737360" cy="2286000"/>
          </a:xfrm>
          <a:prstGeom prst="round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53512" y="1920240"/>
            <a:ext cx="731520" cy="384048"/>
          </a:xfrm>
          <a:prstGeom prst="roundRect">
            <a:avLst>
              <a:gd name="adj" fmla="val 14286"/>
            </a:avLst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53512" y="194767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23744" y="2450592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容器化 + ECR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523744" y="3017520"/>
            <a:ext cx="15910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環境固定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傳輸可靠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69664" y="26974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352544" y="1737360"/>
            <a:ext cx="1737360" cy="2286000"/>
          </a:xfrm>
          <a:prstGeom prst="round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55464" y="1920240"/>
            <a:ext cx="731520" cy="384048"/>
          </a:xfrm>
          <a:prstGeom prst="roundRect">
            <a:avLst>
              <a:gd name="adj" fmla="val 14286"/>
            </a:avLst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55464" y="194767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425696" y="2450592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自動建置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425696" y="3017520"/>
            <a:ext cx="15910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即打包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測試把關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071616" y="26974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254496" y="1737360"/>
            <a:ext cx="1737360" cy="2286000"/>
          </a:xfrm>
          <a:prstGeom prst="round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57416" y="1920240"/>
            <a:ext cx="731520" cy="384048"/>
          </a:xfrm>
          <a:prstGeom prst="roundRect">
            <a:avLst>
              <a:gd name="adj" fmla="val 14286"/>
            </a:avLst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57416" y="194767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327648" y="2450592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自動部署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327648" y="3017520"/>
            <a:ext cx="15910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改一行程式碼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自動上線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973568" y="26974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8156448" y="1737360"/>
            <a:ext cx="1737360" cy="2286000"/>
          </a:xfrm>
          <a:prstGeom prst="round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59368" y="1920240"/>
            <a:ext cx="731520" cy="384048"/>
          </a:xfrm>
          <a:prstGeom prst="roundRect">
            <a:avLst>
              <a:gd name="adj" fmla="val 14286"/>
            </a:avLst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59368" y="194767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4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2450592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滾動更新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229600" y="3017520"/>
            <a:ext cx="15910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換版不中斷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跨可用區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875520" y="26974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0058400" y="1737360"/>
            <a:ext cx="1737360" cy="2286000"/>
          </a:xfrm>
          <a:prstGeom prst="round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561320" y="1920240"/>
            <a:ext cx="731520" cy="384048"/>
          </a:xfrm>
          <a:prstGeom prst="roundRect">
            <a:avLst>
              <a:gd name="adj" fmla="val 14286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561320" y="194767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5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0131552" y="2450592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跨雲分發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0131552" y="3017520"/>
            <a:ext cx="15910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評估後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決定不做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48640" y="43434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4572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關卡之間不是「學了新工具」，而是「解決了上一關記錄下來的具體問題」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914400" y="502920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例如關 0 記錄到「程式碼手貼會貼壞，失敗 2 次」→ 關 1 用 docker pull 解決；關 1 記錄到「打包仍需人工」→ 關 2 用 Actions 解決。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0：手動部署——建立基準線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這一關的目標不是「部署成功」，而是「記錄部署有多痛」。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176272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94360" y="28803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個步驟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3182112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從連線到驗證完成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83280" y="201168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2176272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429000" y="28803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429000" y="3182112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以截圖時間戳為據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201168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2176272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6263640" y="28803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次失敗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63640" y="3182112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並記錄根本原因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052560" y="2011680"/>
            <a:ext cx="2560320" cy="1691640"/>
          </a:xfrm>
          <a:prstGeom prst="roundRect">
            <a:avLst>
              <a:gd name="adj" fmla="val 432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2176272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9098280" y="2880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版本可追溯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098280" y="318211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GIT_COMMIT 只能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填 none-manual-deploy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397764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416052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兩次失敗的根本原因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4400" y="452628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sudo -i 會開新的 shell，後面用 &amp;&amp; 串接的指令不會執行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Manager 走 WebSocket，一次貼 58 行會掉字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172200" y="397764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37960" y="416052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記錄下來的七個痛點（節選）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537960" y="452628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版本號人工填，無機制保證與程式碼一致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不知道線上跑哪一版，無法回滾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每改一行，18 個步驟要從頭再來一次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第二關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1：容器化 + ECR——把環境一起打包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EF2F2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8308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0 的做法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程式碼用貼的貼進伺服器（會貼壞）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目標機器要先裝 Python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要自己建虛擬環境、自己裝套件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換一台機器，全部重來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60020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178308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1 的做法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214884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pull 完整傳輸，不會壞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已經在映像檔裡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套件在建置時就裝好，封在映像檔內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同一個映像檔到哪台機器都一樣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97764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4142232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94360" y="48463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個步驟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4360" y="5148072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0 是 18 步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83280" y="397764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29000" y="4142232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3429000" y="48463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秒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5148072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0 是 16 分鐘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17920" y="397764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63640" y="4142232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6263640" y="48463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次失敗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63640" y="5148072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傳輸不再出錯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052560" y="3977640"/>
            <a:ext cx="2560320" cy="1691640"/>
          </a:xfrm>
          <a:prstGeom prst="roundRect">
            <a:avLst>
              <a:gd name="adj" fmla="val 432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098280" y="4142232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1cfbef1</a:t>
            </a:r>
            <a:endParaRPr lang="en-US" sz="4000" dirty="0"/>
          </a:p>
        </p:txBody>
      </p:sp>
      <p:sp>
        <p:nvSpPr>
          <p:cNvPr id="24" name="Text 22"/>
          <p:cNvSpPr/>
          <p:nvPr/>
        </p:nvSpPr>
        <p:spPr>
          <a:xfrm>
            <a:off x="9098280" y="48463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版本可追溯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098280" y="514807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首次能對應到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真實的 git commit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第三關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2：自動建置——push 就打包，測試不過不准上線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70048" cy="2057400"/>
          </a:xfrm>
          <a:prstGeom prst="roundRect">
            <a:avLst>
              <a:gd name="adj" fmla="val 3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874520"/>
            <a:ext cx="411480" cy="41148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92938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07008" y="190195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450592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唯一的人工動作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0712" y="1691640"/>
            <a:ext cx="2670048" cy="2057400"/>
          </a:xfrm>
          <a:prstGeom prst="roundRect">
            <a:avLst>
              <a:gd name="adj" fmla="val 3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47872" y="1874520"/>
            <a:ext cx="411480" cy="4114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7872" y="192938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069080" y="190195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執行測試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47872" y="2450592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不過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流水線紅燈中止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72784" y="1691640"/>
            <a:ext cx="2670048" cy="2057400"/>
          </a:xfrm>
          <a:prstGeom prst="roundRect">
            <a:avLst>
              <a:gd name="adj" fmla="val 3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9944" y="1874520"/>
            <a:ext cx="411480" cy="41148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9944" y="192938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931152" y="190195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建置映像檔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9944" y="2450592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版本號由機器產生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人工無法介入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34856" y="1691640"/>
            <a:ext cx="2670048" cy="2057400"/>
          </a:xfrm>
          <a:prstGeom prst="roundRect">
            <a:avLst>
              <a:gd name="adj" fmla="val 3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72016" y="1874520"/>
            <a:ext cx="411480" cy="41148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72016" y="192938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793224" y="190195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推送 ECR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272016" y="2450592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三個標籤：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/ 版本 / latest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3977640"/>
            <a:ext cx="11064240" cy="1828800"/>
          </a:xfrm>
          <a:prstGeom prst="roundRect">
            <a:avLst>
              <a:gd name="adj" fmla="val 4000"/>
            </a:avLst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418795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最重要的設計：全程沒有任何 AWS 金鑰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14400" y="457200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常見做法是把 AWS 的 access key 存進 GitHub Secrets——等於把帳號鑰匙永久交給第三方平台保管。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14400" y="493776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本專題改用 OIDC：GitHub 每次執行時簽發一張數分鐘有效的身分證明，AWS 驗證「確實來自這個 repo」後才發給 1 小時的臨時憑證，用完即失效。兩邊都沒有金鑰存在。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第四關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3：自動部署——改一行程式碼，80 秒自動上線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577840" cy="2286000"/>
          </a:xfrm>
          <a:prstGeom prst="roundRect">
            <a:avLst>
              <a:gd name="adj" fmla="val 3200"/>
            </a:avLst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288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實測結果（檢核點 #17）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24028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14:22:49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103120" y="2240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push（唯一的人工動作）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10312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自動測試 → 建置 → 推 ECR → SSM 部署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14400" y="315468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14:24:09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103120" y="31546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線上版本自動更新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14400" y="35661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總計 80 秒，中間我沒有做任何事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0" y="1645920"/>
            <a:ext cx="5212080" cy="2286000"/>
          </a:xfrm>
          <a:prstGeom prst="roundRect">
            <a:avLst>
              <a:gd name="adj" fmla="val 32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66560" y="182880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可追溯性形成閉環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766560" y="228600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線上網頁顯示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766560" y="254203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Commit　dc4758f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766560" y="297180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本機 git log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766560" y="322783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dc4758f　Demo：改一行程式碼…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766560" y="36118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線上跑的是哪一版，現在是確定的事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160520"/>
            <a:ext cx="11064240" cy="1600200"/>
          </a:xfrm>
          <a:prstGeom prst="roundRect">
            <a:avLst>
              <a:gd name="adj" fmla="val 4571"/>
            </a:avLst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37083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部署方式：SSM Run Command，不使用 SSH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完全不開 22 port，主機內的 sshd 也已停用。GitHub 不需要保管任何主機金鑰。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運作方式是主機上的代理程式「主動」向 AWS 輪詢指令，所以不需要開放任何對外連接埠——每次部署還會留下完整的稽核軌跡。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第五關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4：滾動更新——換版時服務完全不中斷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1554480"/>
          </a:xfrm>
          <a:prstGeom prst="roundRect">
            <a:avLst>
              <a:gd name="adj" fmla="val 4706"/>
            </a:avLst>
          </a:prstGeom>
          <a:solidFill>
            <a:srgbClr val="FEF2F2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830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3 剩下的問題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rm -f  → 先殺掉舊容器（服務中斷）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run    → 再啟動新容器（才恢復）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14400" y="27889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單機只有一個容器，殺掉就沒了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600200"/>
            <a:ext cx="5394960" cy="1554480"/>
          </a:xfrm>
          <a:prstGeom prst="roundRect">
            <a:avLst>
              <a:gd name="adj" fmla="val 4706"/>
            </a:avLst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17830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4 的解法：滾動更新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0" y="21488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先啟動新任務（暫時擴充到 200%）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等新任務通過負載平衡器健康檢查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才逐一終止舊任務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83280"/>
            <a:ext cx="3566160" cy="1691640"/>
          </a:xfrm>
          <a:prstGeom prst="roundRect">
            <a:avLst>
              <a:gd name="adj" fmla="val 432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3547872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594360" y="42519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次請求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4360" y="455371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部署期間每 0.5 秒打一次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43400" y="3383280"/>
            <a:ext cx="3566160" cy="1691640"/>
          </a:xfrm>
          <a:prstGeom prst="roundRect">
            <a:avLst>
              <a:gd name="adj" fmla="val 432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89120" y="3547872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4389120" y="42519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 HTTP 200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89120" y="455371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全部成功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138160" y="3383280"/>
            <a:ext cx="3474720" cy="1691640"/>
          </a:xfrm>
          <a:prstGeom prst="roundRect">
            <a:avLst>
              <a:gd name="adj" fmla="val 432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83880" y="3547872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8183880" y="42519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次失敗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183880" y="455371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可用率 100.00%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530352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548640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換版瞬間，新舊版本同時服務約 15 秒——這就是「先起新的、確認健康、再收舊的」的證據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14400" y="58704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15:11:26 舊版　→　15:11:27 新版　→　15:11:28 舊版　→　15:11:31 新版　⋯　15:11:47 完全切換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核心結論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成果：用數字說話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548640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217920" y="1600200"/>
          <a:ext cx="53949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484632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777240" y="498348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人工介入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777240" y="52578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每次都要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777240" y="5532120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77240" y="574243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零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2971800" y="498348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失敗次數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2971800" y="52578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次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2971800" y="5532120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2971800" y="574243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次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166360" y="498348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測試關卡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5166360" y="52578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5166360" y="5532120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5166360" y="574243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自動阻擋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7360920" y="498348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版本可追溯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7360920" y="52578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否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360920" y="5532120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7360920" y="574243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對應 commit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9555480" y="498348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換版中斷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9555480" y="52578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9555480" y="5532120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9555480" y="574243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評分維度③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安全設計：整條流水線零長期憑證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2331720"/>
          </a:xfrm>
          <a:prstGeom prst="roundRect">
            <a:avLst>
              <a:gd name="adj" fmla="val 313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28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環節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89120" y="18288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認證方式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326880" y="18288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有效期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217627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→ AWS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389120" y="217627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換取臨時憑證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326880" y="217627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小時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14400" y="26060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→ ECR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389120" y="26060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以臨時憑證換取推送權杖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326880" y="2606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小時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14400" y="30358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→ EC2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389120" y="303580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SSM Run Command（不經 SSH）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326880" y="303580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單次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914400" y="346557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→ ECR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389120" y="3465576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IAM Role 換取權杖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326880" y="346557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小時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206240"/>
            <a:ext cx="11064240" cy="1965960"/>
          </a:xfrm>
          <a:prstGeom prst="roundRect">
            <a:avLst>
              <a:gd name="adj" fmla="val 3721"/>
            </a:avLst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38912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其他措施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4400" y="4736592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不開 22 port，且主機內 sshd 已停用（縱深防禦，不依賴單一控制點）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容器以非 root 使用者執行；ECR 私有倉庫並啟用推送掃描，實際掃出 CRITICAL 4 / HIGH 8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權限精確到單一資源：只能推特定倉庫、只能對特定主機下指令、只能更新特定服務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私有子網使用獨立路由表且無對外路由——「出不去」由路由層保證，非倚賴防火牆規則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問題排除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最難的一關：一句話的錯誤訊息，卡了 6 次執行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EF2F2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105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Error: Could not assume role with OIDC: Not authorized to perform sts:AssumeRoleWithWebIdentity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次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011680" y="256032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首次執行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0" y="25603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96265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次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011680" y="2962656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推測①：IAM 傳播延遲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778240" y="29626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推測錯誤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336499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次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011680" y="336499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加入除錯步驟，印出實際送出的身分內容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778240" y="336499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但取得關鍵資料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376732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次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011680" y="3767328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推測②：憑證指紋過期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778240" y="376732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推測錯誤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41696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次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011680" y="4169664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推測③：大小寫不符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778240" y="41696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推測錯誤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457200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次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011680" y="457200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讀除錯輸出後對症下藥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778240" y="45720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成功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07492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523036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三次推測全錯，花了 10 分鐘；一次量測直接命中，3 秒定位。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14400" y="560527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真正的原因：GitHub 已改用「不可變主體識別」格式，在身分內容中嵌入帳號與 repo 的數字 ID，與網路教學上的舊格式不同。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5：評估後決定不執行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2377440"/>
          </a:xfrm>
          <a:prstGeom prst="roundRect">
            <a:avLst>
              <a:gd name="adj" fmla="val 307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202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5 要做什麼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4663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另開 Google Cloud 帳號並綁定帳單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 GCP 版的身分聯邦（Workload Identity）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學習 Cloud Run 的部署模型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撰寫並維護第二套流水線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737360"/>
            <a:ext cx="5394960" cy="2377440"/>
          </a:xfrm>
          <a:prstGeom prst="roundRect">
            <a:avLst>
              <a:gd name="adj" fmla="val 3077"/>
            </a:avLst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19202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評估結果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23317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預估投入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83680" y="25786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5–8 小時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052560" y="23317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認定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57860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不變（仍為 3）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583680" y="310896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同樣的時間投入關 4 的滾動更新與文件完整度，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對專題品質的貢獻明顯更高。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55371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「評估過、有理由地決定不做」與「沒做完」是兩件事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914400" y="4956048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架構設計的工作不只是「把東西做出來」，也包含「判斷什麼不該做」。能講出評估的依據與取捨的代價，比硬把六關做滿更接近實務。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延伸應用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這套流程解決的是什麼問題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在金融業，「系統上線」不是技術問題，是風險與法遵問題。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3520440"/>
          </a:xfrm>
          <a:prstGeom prst="roundRect">
            <a:avLst>
              <a:gd name="adj" fmla="val 207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4884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手動部署的風險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663440" y="21488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內控術語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955280" y="214884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本專題的解法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24871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個步驟仰賴人不出錯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63440" y="24871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作業風險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955280" y="248716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自動化，人只做 1 步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29718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不知道線上是哪一版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63440" y="2971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稽核軌跡 / 可追溯性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955280" y="29718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每次部署綁定 commit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345643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出錯後復原耗時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663440" y="34564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營運持續（BCP）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955280" y="345643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指定舊版重新部署即可回滾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14400" y="394106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上線需人工登入主機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663440" y="39410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存取控制 / 特權帳號管理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955280" y="394106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全程無 SSH，留下稽核紀錄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4400" y="442569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沒有審批與檢查紀錄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663440" y="442569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變更管理 / 內控三道防線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955280" y="442569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測試不過流水線中止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49103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換版需停機窗口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663440" y="49103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服務中斷 / SLA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955280" y="49103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滾動更新，營業時間可上線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8640" y="57150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金管會已鬆綁金融業上雲委外規範，此類需求在券商將持續增加。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 Demo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改一行程式碼 → git push → 什麼都不做 → 網站自己更新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14400" y="2551176"/>
            <a:ext cx="384048" cy="38404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59689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508760" y="256032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打開網頁，記下目前的版本號與 commit 編號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3209544"/>
            <a:ext cx="384048" cy="38404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255264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508760" y="3218688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在編輯器改一行程式碼，執行 git push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914400" y="3867912"/>
            <a:ext cx="384048" cy="38404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913632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08760" y="3877056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打開 GitHub Actions，看四個階段依序變綠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14400" y="4526280"/>
            <a:ext cx="384048" cy="38404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5720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508760" y="4535424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回到網頁重新整理——版本號自己變了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14400" y="5184648"/>
            <a:ext cx="384048" cy="38404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230368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508760" y="5193792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比對網頁上的 commit 編號與本機 git log，完全一致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05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結語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7373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這個專題真正的產出，</a:t>
            </a:r>
            <a:endParaRPr lang="en-US" sz="34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不是四個關卡，是兩份紀錄。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320040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0" y="340156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 0 的基準線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379476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步、16 分鐘、2 次失敗、版本無法追溯。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沒有這四個數字，後面四關就只是四個工具。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320040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340156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六次失敗的除錯歷程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83680" y="379476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三次推測全錯，一次量測命中。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它證明的不是我會用工具，是我會找出問題。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5349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感謝聆聽　·　github.com/CarlosChangYao/aws-cicd-pipeline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NKC202 期末專題 — AWS CI/CD 演化闖關</dc:title>
  <dc:subject>PptxGenJS Presentation</dc:subject>
  <dc:creator>張博堯</dc:creator>
  <cp:lastModifiedBy>張博堯</cp:lastModifiedBy>
  <cp:revision>1</cp:revision>
  <dcterms:created xsi:type="dcterms:W3CDTF">2026-08-16T07:20:39Z</dcterms:created>
  <dcterms:modified xsi:type="dcterms:W3CDTF">2026-08-16T07:20:39Z</dcterms:modified>
</cp:coreProperties>
</file>